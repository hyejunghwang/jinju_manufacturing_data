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70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CED56-D11C-4F06-A804-3BD176C54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D41C1-2B13-4CAD-95B1-ADDF8A9C2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43D928-4D8A-4B5E-BA8C-D47998357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732BF-6647-4B68-8A90-999AE547B69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61DF41-F488-4D4D-8E40-4C06615B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032D79-EFFB-4CF6-A6E0-AAF288F45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8684-156C-467D-BB66-6784FC1BD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23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699D4-F91A-46C3-BA58-EA83471D8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C273EB-0896-452D-A876-49340A087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32BFA9-BE27-451A-9579-DE2F1DEB2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732BF-6647-4B68-8A90-999AE547B69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776019-DE08-489A-A586-F55CE49C1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939CB-5D11-4736-84F7-8B3B4EFA9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8684-156C-467D-BB66-6784FC1BD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240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C81B81-B053-4194-A537-CBAEB89B9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607B81-AC3F-4DE7-99D2-CE56A81B1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1FDF69-1DDC-436C-A938-63152563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732BF-6647-4B68-8A90-999AE547B69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D0B419-1880-4ACA-83DC-4C013CBD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5098F9-24E2-4950-BD40-AA6DB52A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8684-156C-467D-BB66-6784FC1BD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657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B0DFE-182B-4A9D-A5F6-00012B62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4739BE-DBA7-4819-A623-EC204209B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75BF06-5949-4DD2-8361-87FA7194E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02609E-21DB-4BF5-AE3B-7217C6BB4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732BF-6647-4B68-8A90-999AE547B69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F9EFE6-EA74-4283-98C2-EA7AECF94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942B62-9194-4B76-A899-A236B572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8684-156C-467D-BB66-6784FC1BD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C91F4-13C2-4F96-A6E7-659D04B3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1D4F60-3877-4BEF-A539-CAD1F4C9F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4241DE-FEC6-41E2-8596-2558EB744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D4514C-B690-4286-A017-3DE38D077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E81042-F413-4480-AD5D-F9D8CB5BA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5490ED7-FA50-4122-BA6A-C58B1A26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732BF-6647-4B68-8A90-999AE547B69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C8EE29-5E93-41D4-BEAE-0ED150A6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9FECF4-A9F2-4960-9DF4-1B86721A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8684-156C-467D-BB66-6784FC1BD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814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8FAF3-9E63-409D-A463-66486330E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ACCD12-8C4E-4AA8-99EA-59864E6CE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732BF-6647-4B68-8A90-999AE547B69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D93B5A-9112-4DB4-AE1B-1E66999E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022A2A-39C8-4402-B3DB-8B7D2AFAA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8684-156C-467D-BB66-6784FC1BD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329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9BCF445-6A5F-4BD3-A06E-2982B9111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732BF-6647-4B68-8A90-999AE547B69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2B1E57-B5EF-4288-AEA3-BE83591E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961852-A771-41C2-B73E-0E89878F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8684-156C-467D-BB66-6784FC1BD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89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43DEE2-4648-4C26-A426-24D1F544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546589-5EAC-4E68-8E62-F6F105C13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7324E9-D15D-4407-AA97-597E0D416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90880F-665E-4FAD-861C-8B2C3A0A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732BF-6647-4B68-8A90-999AE547B69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6DAA26-2E20-4B77-AF33-4332131AE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102F27-1372-4365-876A-6FD8C1FC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8684-156C-467D-BB66-6784FC1BD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25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D7FBC-2AFB-436E-9990-34BF06707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F195D-E96C-4397-94A6-78E7968CA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04C678-BEA2-4048-948F-01DDE77F8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426F84-BF05-44A1-9AC8-CE531649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732BF-6647-4B68-8A90-999AE547B69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6DF6B7-E0AA-4F50-969C-400F1C26A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1AC10D-2FF8-4ADE-A3EF-A3DCFC852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8684-156C-467D-BB66-6784FC1BD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607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9EAB2-9D65-45DC-BFDF-C3E424E0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55C4F1-2EF4-4C10-B93D-EAD835A24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471910-C4FC-4E76-BF3B-86E8B6F8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732BF-6647-4B68-8A90-999AE547B69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4899B-C501-4EED-A119-1BFF77339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B1DC6B-2886-4FD6-879B-59F5B97A8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8684-156C-467D-BB66-6784FC1BD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68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4594A7-C410-4198-9026-CC7E2D6329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5BFC33-E508-4080-9417-29400B27D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F2A1C3-6549-43D5-B409-0FB8F486B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732BF-6647-4B68-8A90-999AE547B69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325BA5-367A-453C-8CC5-93E031CC3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F9B694-8FCF-490C-B50E-047E968E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78684-156C-467D-BB66-6784FC1BD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346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C4BEE1-7D43-483D-BB1A-8AB97B84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E3190A-E7A6-4B34-A63F-2688EC5CF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2BFFE4-E64B-485C-95F1-41D53A5E32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732BF-6647-4B68-8A90-999AE547B695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CE5283-221F-4F15-AB0B-75AF47337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517506-6B13-4E69-8B34-2D848AD1B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78684-156C-467D-BB66-6784FC1BD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707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246E31C-C58A-4809-B838-334B9D204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859" y="0"/>
            <a:ext cx="2012281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C0B906F-C2F2-4A69-A7D1-20D4962B3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836" y="0"/>
            <a:ext cx="1922318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D05720-9DCC-44C2-BBAD-E8F3B7384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60683" y="475992"/>
            <a:ext cx="5925263" cy="38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6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23FE88-6CA1-402C-A127-AFCC5A84B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18" y="0"/>
            <a:ext cx="157459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A3044B-256E-41BC-BAEC-13D346EE5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050" y="0"/>
            <a:ext cx="1438508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395F340-4F20-45DE-9CB6-C46848680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433" y="0"/>
            <a:ext cx="1861218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1F9D583-98D2-4672-9BB2-0314DFDAB9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674" y="0"/>
            <a:ext cx="1541592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12A135-8A85-44C1-881C-FBBB90769E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2037" y="74747"/>
            <a:ext cx="1571844" cy="308653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EE41D72-B82B-4F9D-8876-16E9851D5D2A}"/>
              </a:ext>
            </a:extLst>
          </p:cNvPr>
          <p:cNvSpPr/>
          <p:nvPr/>
        </p:nvSpPr>
        <p:spPr>
          <a:xfrm>
            <a:off x="8489950" y="74748"/>
            <a:ext cx="717550" cy="36975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BF2A22D-B85F-45B6-8E92-4502E63B3E7A}"/>
              </a:ext>
            </a:extLst>
          </p:cNvPr>
          <p:cNvSpPr/>
          <p:nvPr/>
        </p:nvSpPr>
        <p:spPr>
          <a:xfrm>
            <a:off x="6813550" y="6667500"/>
            <a:ext cx="717550" cy="190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2B8790-5203-4D6E-B793-57450B06775A}"/>
              </a:ext>
            </a:extLst>
          </p:cNvPr>
          <p:cNvSpPr/>
          <p:nvPr/>
        </p:nvSpPr>
        <p:spPr>
          <a:xfrm>
            <a:off x="8489950" y="1618012"/>
            <a:ext cx="717550" cy="1218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BE4D2A2-8B61-4F4F-A127-6B9E23EE774A}"/>
              </a:ext>
            </a:extLst>
          </p:cNvPr>
          <p:cNvSpPr/>
          <p:nvPr/>
        </p:nvSpPr>
        <p:spPr>
          <a:xfrm>
            <a:off x="8489950" y="1760188"/>
            <a:ext cx="717550" cy="1218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1F500C-4EA4-4336-9B26-CB2A4B6248C6}"/>
              </a:ext>
            </a:extLst>
          </p:cNvPr>
          <p:cNvSpPr/>
          <p:nvPr/>
        </p:nvSpPr>
        <p:spPr>
          <a:xfrm>
            <a:off x="6692900" y="3728688"/>
            <a:ext cx="717550" cy="1218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299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A0B7FEF-9BBC-4004-9B54-36F69C4DB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580" y="1549361"/>
            <a:ext cx="1747524" cy="370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118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C7F7EFC-9436-4D8D-8205-65B3648AA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2867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06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58E73F3-F266-4F32-9CFC-1617EC6B7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5" y="1301750"/>
            <a:ext cx="3518510" cy="46756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AA405D-20C1-442A-BEC7-85527AA22DB2}"/>
              </a:ext>
            </a:extLst>
          </p:cNvPr>
          <p:cNvSpPr txBox="1"/>
          <p:nvPr/>
        </p:nvSpPr>
        <p:spPr>
          <a:xfrm>
            <a:off x="228600" y="450850"/>
            <a:ext cx="329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복합 생산품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293BAC-C9D6-4C96-97E7-BFB14DC91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544" y="946150"/>
            <a:ext cx="3486276" cy="53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29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D06EECD-8A8E-4229-97C8-FB50EFAD5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41" y="925192"/>
            <a:ext cx="9825309" cy="59328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1DD175-E2D3-4721-864F-0C9C0D1FBCEF}"/>
              </a:ext>
            </a:extLst>
          </p:cNvPr>
          <p:cNvSpPr txBox="1"/>
          <p:nvPr/>
        </p:nvSpPr>
        <p:spPr>
          <a:xfrm>
            <a:off x="228600" y="450850"/>
            <a:ext cx="3295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이미 항공 관련한 것들 병행하는 기업들</a:t>
            </a:r>
          </a:p>
        </p:txBody>
      </p:sp>
    </p:spTree>
    <p:extLst>
      <p:ext uri="{BB962C8B-B14F-4D97-AF65-F5344CB8AC3E}">
        <p14:creationId xmlns:p14="http://schemas.microsoft.com/office/powerpoint/2010/main" val="3331257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A55CD3C-DD0B-446C-96E4-D333EB83E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39" y="361700"/>
            <a:ext cx="5436161" cy="24217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51B2F5B-DC4F-4F8E-A9BF-C41E85F3C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89" y="3118498"/>
            <a:ext cx="6029912" cy="278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84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E4F6AD2-B533-40F4-8548-8297C73C1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5950"/>
            <a:ext cx="5626100" cy="562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8795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8</Words>
  <Application>Microsoft Office PowerPoint</Application>
  <PresentationFormat>와이드스크린</PresentationFormat>
  <Paragraphs>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황혜정</dc:creator>
  <cp:lastModifiedBy>황혜정</cp:lastModifiedBy>
  <cp:revision>9</cp:revision>
  <dcterms:created xsi:type="dcterms:W3CDTF">2025-12-15T02:25:57Z</dcterms:created>
  <dcterms:modified xsi:type="dcterms:W3CDTF">2025-12-15T07:16:37Z</dcterms:modified>
</cp:coreProperties>
</file>